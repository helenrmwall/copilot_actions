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2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rts/chart3.xml" ContentType="application/vnd.openxmlformats-officedocument.drawingml.chart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16" autoAdjust="0"/>
    <p:restoredTop sz="94660"/>
  </p:normalViewPr>
  <p:slideViewPr>
    <p:cSldViewPr snapToGrid="0">
      <p:cViewPr varScale="1">
        <p:scale>
          <a:sx n="95" d="100"/>
          <a:sy n="95" d="100"/>
        </p:scale>
        <p:origin x="64" y="7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elen Wall" userId="f7beabd122808460" providerId="LiveId" clId="{041056B9-A2A5-455F-AC71-45EAFFFCAA99}"/>
    <pc:docChg chg="custSel modSld">
      <pc:chgData name="Helen Wall" userId="f7beabd122808460" providerId="LiveId" clId="{041056B9-A2A5-455F-AC71-45EAFFFCAA99}" dt="2026-05-18T06:50:11.921" v="0" actId="26606"/>
      <pc:docMkLst>
        <pc:docMk/>
      </pc:docMkLst>
      <pc:sldChg chg="modSp mod">
        <pc:chgData name="Helen Wall" userId="f7beabd122808460" providerId="LiveId" clId="{041056B9-A2A5-455F-AC71-45EAFFFCAA99}" dt="2026-05-18T06:50:11.921" v="0" actId="26606"/>
        <pc:sldMkLst>
          <pc:docMk/>
          <pc:sldMk cId="0" sldId="256"/>
        </pc:sldMkLst>
        <pc:spChg chg="mod">
          <ac:chgData name="Helen Wall" userId="f7beabd122808460" providerId="LiveId" clId="{041056B9-A2A5-455F-AC71-45EAFFFCAA99}" dt="2026-05-18T06:50:11.921" v="0" actId="26606"/>
          <ac:spMkLst>
            <pc:docMk/>
            <pc:sldMk cId="0" sldId="256"/>
            <ac:spMk id="4" creationId="{00000000-0000-0000-0000-000000000000}"/>
          </ac:spMkLst>
        </pc:spChg>
        <pc:spChg chg="mod">
          <ac:chgData name="Helen Wall" userId="f7beabd122808460" providerId="LiveId" clId="{041056B9-A2A5-455F-AC71-45EAFFFCAA99}" dt="2026-05-18T06:50:11.921" v="0" actId="26606"/>
          <ac:spMkLst>
            <pc:docMk/>
            <pc:sldMk cId="0" sldId="256"/>
            <ac:spMk id="5" creationId="{00000000-0000-0000-0000-000000000000}"/>
          </ac:spMkLst>
        </pc:spChg>
      </pc:sldChg>
      <pc:sldChg chg="modSp mod">
        <pc:chgData name="Helen Wall" userId="f7beabd122808460" providerId="LiveId" clId="{041056B9-A2A5-455F-AC71-45EAFFFCAA99}" dt="2026-05-18T06:50:11.921" v="0" actId="26606"/>
        <pc:sldMkLst>
          <pc:docMk/>
          <pc:sldMk cId="0" sldId="257"/>
        </pc:sldMkLst>
        <pc:spChg chg="mod">
          <ac:chgData name="Helen Wall" userId="f7beabd122808460" providerId="LiveId" clId="{041056B9-A2A5-455F-AC71-45EAFFFCAA99}" dt="2026-05-18T06:50:11.921" v="0" actId="26606"/>
          <ac:spMkLst>
            <pc:docMk/>
            <pc:sldMk cId="0" sldId="257"/>
            <ac:spMk id="3" creationId="{00000000-0000-0000-0000-000000000000}"/>
          </ac:spMkLst>
        </pc:spChg>
        <pc:spChg chg="mod">
          <ac:chgData name="Helen Wall" userId="f7beabd122808460" providerId="LiveId" clId="{041056B9-A2A5-455F-AC71-45EAFFFCAA99}" dt="2026-05-18T06:50:11.921" v="0" actId="26606"/>
          <ac:spMkLst>
            <pc:docMk/>
            <pc:sldMk cId="0" sldId="257"/>
            <ac:spMk id="6" creationId="{00000000-0000-0000-0000-000000000000}"/>
          </ac:spMkLst>
        </pc:spChg>
        <pc:spChg chg="mod">
          <ac:chgData name="Helen Wall" userId="f7beabd122808460" providerId="LiveId" clId="{041056B9-A2A5-455F-AC71-45EAFFFCAA99}" dt="2026-05-18T06:50:11.921" v="0" actId="26606"/>
          <ac:spMkLst>
            <pc:docMk/>
            <pc:sldMk cId="0" sldId="257"/>
            <ac:spMk id="10" creationId="{00000000-0000-0000-0000-000000000000}"/>
          </ac:spMkLst>
        </pc:spChg>
        <pc:spChg chg="mod">
          <ac:chgData name="Helen Wall" userId="f7beabd122808460" providerId="LiveId" clId="{041056B9-A2A5-455F-AC71-45EAFFFCAA99}" dt="2026-05-18T06:50:11.921" v="0" actId="26606"/>
          <ac:spMkLst>
            <pc:docMk/>
            <pc:sldMk cId="0" sldId="257"/>
            <ac:spMk id="11" creationId="{00000000-0000-0000-0000-000000000000}"/>
          </ac:spMkLst>
        </pc:spChg>
        <pc:spChg chg="mod">
          <ac:chgData name="Helen Wall" userId="f7beabd122808460" providerId="LiveId" clId="{041056B9-A2A5-455F-AC71-45EAFFFCAA99}" dt="2026-05-18T06:50:11.921" v="0" actId="26606"/>
          <ac:spMkLst>
            <pc:docMk/>
            <pc:sldMk cId="0" sldId="257"/>
            <ac:spMk id="14" creationId="{00000000-0000-0000-0000-000000000000}"/>
          </ac:spMkLst>
        </pc:spChg>
        <pc:spChg chg="mod">
          <ac:chgData name="Helen Wall" userId="f7beabd122808460" providerId="LiveId" clId="{041056B9-A2A5-455F-AC71-45EAFFFCAA99}" dt="2026-05-18T06:50:11.921" v="0" actId="26606"/>
          <ac:spMkLst>
            <pc:docMk/>
            <pc:sldMk cId="0" sldId="257"/>
            <ac:spMk id="15" creationId="{00000000-0000-0000-0000-000000000000}"/>
          </ac:spMkLst>
        </pc:spChg>
        <pc:spChg chg="mod">
          <ac:chgData name="Helen Wall" userId="f7beabd122808460" providerId="LiveId" clId="{041056B9-A2A5-455F-AC71-45EAFFFCAA99}" dt="2026-05-18T06:50:11.921" v="0" actId="26606"/>
          <ac:spMkLst>
            <pc:docMk/>
            <pc:sldMk cId="0" sldId="257"/>
            <ac:spMk id="18" creationId="{00000000-0000-0000-0000-000000000000}"/>
          </ac:spMkLst>
        </pc:spChg>
        <pc:spChg chg="mod">
          <ac:chgData name="Helen Wall" userId="f7beabd122808460" providerId="LiveId" clId="{041056B9-A2A5-455F-AC71-45EAFFFCAA99}" dt="2026-05-18T06:50:11.921" v="0" actId="26606"/>
          <ac:spMkLst>
            <pc:docMk/>
            <pc:sldMk cId="0" sldId="257"/>
            <ac:spMk id="19" creationId="{00000000-0000-0000-0000-000000000000}"/>
          </ac:spMkLst>
        </pc:spChg>
        <pc:spChg chg="mod">
          <ac:chgData name="Helen Wall" userId="f7beabd122808460" providerId="LiveId" clId="{041056B9-A2A5-455F-AC71-45EAFFFCAA99}" dt="2026-05-18T06:50:11.921" v="0" actId="26606"/>
          <ac:spMkLst>
            <pc:docMk/>
            <pc:sldMk cId="0" sldId="257"/>
            <ac:spMk id="20" creationId="{00000000-0000-0000-0000-000000000000}"/>
          </ac:spMkLst>
        </pc:spChg>
      </pc:sldChg>
      <pc:sldChg chg="modSp mod">
        <pc:chgData name="Helen Wall" userId="f7beabd122808460" providerId="LiveId" clId="{041056B9-A2A5-455F-AC71-45EAFFFCAA99}" dt="2026-05-18T06:50:11.921" v="0" actId="26606"/>
        <pc:sldMkLst>
          <pc:docMk/>
          <pc:sldMk cId="0" sldId="258"/>
        </pc:sldMkLst>
        <pc:spChg chg="mod">
          <ac:chgData name="Helen Wall" userId="f7beabd122808460" providerId="LiveId" clId="{041056B9-A2A5-455F-AC71-45EAFFFCAA99}" dt="2026-05-18T06:50:11.921" v="0" actId="26606"/>
          <ac:spMkLst>
            <pc:docMk/>
            <pc:sldMk cId="0" sldId="258"/>
            <ac:spMk id="2" creationId="{00000000-0000-0000-0000-000000000000}"/>
          </ac:spMkLst>
        </pc:spChg>
        <pc:graphicFrameChg chg="modGraphic">
          <ac:chgData name="Helen Wall" userId="f7beabd122808460" providerId="LiveId" clId="{041056B9-A2A5-455F-AC71-45EAFFFCAA99}" dt="2026-05-18T06:50:11.921" v="0" actId="26606"/>
          <ac:graphicFrameMkLst>
            <pc:docMk/>
            <pc:sldMk cId="0" sldId="258"/>
            <ac:graphicFrameMk id="4" creationId="{00000000-0000-0000-0000-000000000000}"/>
          </ac:graphicFrameMkLst>
        </pc:graphicFrameChg>
      </pc:sldChg>
      <pc:sldChg chg="modSp mod">
        <pc:chgData name="Helen Wall" userId="f7beabd122808460" providerId="LiveId" clId="{041056B9-A2A5-455F-AC71-45EAFFFCAA99}" dt="2026-05-18T06:50:11.921" v="0" actId="26606"/>
        <pc:sldMkLst>
          <pc:docMk/>
          <pc:sldMk cId="0" sldId="259"/>
        </pc:sldMkLst>
        <pc:spChg chg="mod">
          <ac:chgData name="Helen Wall" userId="f7beabd122808460" providerId="LiveId" clId="{041056B9-A2A5-455F-AC71-45EAFFFCAA99}" dt="2026-05-18T06:50:11.921" v="0" actId="26606"/>
          <ac:spMkLst>
            <pc:docMk/>
            <pc:sldMk cId="0" sldId="259"/>
            <ac:spMk id="2" creationId="{00000000-0000-0000-0000-000000000000}"/>
          </ac:spMkLst>
        </pc:spChg>
        <pc:graphicFrameChg chg="modGraphic">
          <ac:chgData name="Helen Wall" userId="f7beabd122808460" providerId="LiveId" clId="{041056B9-A2A5-455F-AC71-45EAFFFCAA99}" dt="2026-05-18T06:50:11.921" v="0" actId="26606"/>
          <ac:graphicFrameMkLst>
            <pc:docMk/>
            <pc:sldMk cId="0" sldId="259"/>
            <ac:graphicFrameMk id="5" creationId="{00000000-0000-0000-0000-000000000000}"/>
          </ac:graphicFrameMkLst>
        </pc:graphicFrameChg>
      </pc:sldChg>
      <pc:sldChg chg="modSp mod">
        <pc:chgData name="Helen Wall" userId="f7beabd122808460" providerId="LiveId" clId="{041056B9-A2A5-455F-AC71-45EAFFFCAA99}" dt="2026-05-18T06:50:11.921" v="0" actId="26606"/>
        <pc:sldMkLst>
          <pc:docMk/>
          <pc:sldMk cId="0" sldId="260"/>
        </pc:sldMkLst>
        <pc:spChg chg="mod">
          <ac:chgData name="Helen Wall" userId="f7beabd122808460" providerId="LiveId" clId="{041056B9-A2A5-455F-AC71-45EAFFFCAA99}" dt="2026-05-18T06:50:11.921" v="0" actId="26606"/>
          <ac:spMkLst>
            <pc:docMk/>
            <pc:sldMk cId="0" sldId="260"/>
            <ac:spMk id="2" creationId="{00000000-0000-0000-0000-000000000000}"/>
          </ac:spMkLst>
        </pc:spChg>
        <pc:spChg chg="mod">
          <ac:chgData name="Helen Wall" userId="f7beabd122808460" providerId="LiveId" clId="{041056B9-A2A5-455F-AC71-45EAFFFCAA99}" dt="2026-05-18T06:50:11.921" v="0" actId="26606"/>
          <ac:spMkLst>
            <pc:docMk/>
            <pc:sldMk cId="0" sldId="260"/>
            <ac:spMk id="3" creationId="{00000000-0000-0000-0000-000000000000}"/>
          </ac:spMkLst>
        </pc:spChg>
        <pc:graphicFrameChg chg="modGraphic">
          <ac:chgData name="Helen Wall" userId="f7beabd122808460" providerId="LiveId" clId="{041056B9-A2A5-455F-AC71-45EAFFFCAA99}" dt="2026-05-18T06:50:11.921" v="0" actId="26606"/>
          <ac:graphicFrameMkLst>
            <pc:docMk/>
            <pc:sldMk cId="0" sldId="260"/>
            <ac:graphicFrameMk id="6" creationId="{00000000-0000-0000-0000-000000000000}"/>
          </ac:graphicFrameMkLst>
        </pc:graphicFrameChg>
      </pc:sldChg>
      <pc:sldChg chg="modSp mod">
        <pc:chgData name="Helen Wall" userId="f7beabd122808460" providerId="LiveId" clId="{041056B9-A2A5-455F-AC71-45EAFFFCAA99}" dt="2026-05-18T06:50:11.921" v="0" actId="26606"/>
        <pc:sldMkLst>
          <pc:docMk/>
          <pc:sldMk cId="0" sldId="261"/>
        </pc:sldMkLst>
        <pc:spChg chg="mod">
          <ac:chgData name="Helen Wall" userId="f7beabd122808460" providerId="LiveId" clId="{041056B9-A2A5-455F-AC71-45EAFFFCAA99}" dt="2026-05-18T06:50:11.921" v="0" actId="26606"/>
          <ac:spMkLst>
            <pc:docMk/>
            <pc:sldMk cId="0" sldId="261"/>
            <ac:spMk id="2" creationId="{00000000-0000-0000-0000-000000000000}"/>
          </ac:spMkLst>
        </pc:spChg>
        <pc:graphicFrameChg chg="modGraphic">
          <ac:chgData name="Helen Wall" userId="f7beabd122808460" providerId="LiveId" clId="{041056B9-A2A5-455F-AC71-45EAFFFCAA99}" dt="2026-05-18T06:50:11.921" v="0" actId="26606"/>
          <ac:graphicFrameMkLst>
            <pc:docMk/>
            <pc:sldMk cId="0" sldId="261"/>
            <ac:graphicFrameMk id="7" creationId="{00000000-0000-0000-0000-000000000000}"/>
          </ac:graphicFrameMkLst>
        </pc:graphicFrameChg>
      </pc:sldChg>
      <pc:sldChg chg="modSp mod">
        <pc:chgData name="Helen Wall" userId="f7beabd122808460" providerId="LiveId" clId="{041056B9-A2A5-455F-AC71-45EAFFFCAA99}" dt="2026-05-18T06:50:11.921" v="0" actId="26606"/>
        <pc:sldMkLst>
          <pc:docMk/>
          <pc:sldMk cId="0" sldId="262"/>
        </pc:sldMkLst>
        <pc:spChg chg="mod">
          <ac:chgData name="Helen Wall" userId="f7beabd122808460" providerId="LiveId" clId="{041056B9-A2A5-455F-AC71-45EAFFFCAA99}" dt="2026-05-18T06:50:11.921" v="0" actId="26606"/>
          <ac:spMkLst>
            <pc:docMk/>
            <pc:sldMk cId="0" sldId="262"/>
            <ac:spMk id="2" creationId="{00000000-0000-0000-0000-000000000000}"/>
          </ac:spMkLst>
        </pc:spChg>
      </pc:sldChg>
      <pc:sldChg chg="modSp mod">
        <pc:chgData name="Helen Wall" userId="f7beabd122808460" providerId="LiveId" clId="{041056B9-A2A5-455F-AC71-45EAFFFCAA99}" dt="2026-05-18T06:50:11.921" v="0" actId="26606"/>
        <pc:sldMkLst>
          <pc:docMk/>
          <pc:sldMk cId="0" sldId="263"/>
        </pc:sldMkLst>
        <pc:spChg chg="mod">
          <ac:chgData name="Helen Wall" userId="f7beabd122808460" providerId="LiveId" clId="{041056B9-A2A5-455F-AC71-45EAFFFCAA99}" dt="2026-05-18T06:50:11.921" v="0" actId="26606"/>
          <ac:spMkLst>
            <pc:docMk/>
            <pc:sldMk cId="0" sldId="263"/>
            <ac:spMk id="2" creationId="{00000000-0000-0000-0000-000000000000}"/>
          </ac:spMkLst>
        </pc:spChg>
        <pc:graphicFrameChg chg="modGraphic">
          <ac:chgData name="Helen Wall" userId="f7beabd122808460" providerId="LiveId" clId="{041056B9-A2A5-455F-AC71-45EAFFFCAA99}" dt="2026-05-18T06:50:11.921" v="0" actId="26606"/>
          <ac:graphicFrameMkLst>
            <pc:docMk/>
            <pc:sldMk cId="0" sldId="263"/>
            <ac:graphicFrameMk id="9" creationId="{00000000-0000-0000-0000-000000000000}"/>
          </ac:graphicFrameMkLst>
        </pc:graphicFrameChg>
      </pc:sldChg>
      <pc:sldChg chg="modSp mod">
        <pc:chgData name="Helen Wall" userId="f7beabd122808460" providerId="LiveId" clId="{041056B9-A2A5-455F-AC71-45EAFFFCAA99}" dt="2026-05-18T06:50:11.921" v="0" actId="26606"/>
        <pc:sldMkLst>
          <pc:docMk/>
          <pc:sldMk cId="0" sldId="264"/>
        </pc:sldMkLst>
        <pc:spChg chg="mod">
          <ac:chgData name="Helen Wall" userId="f7beabd122808460" providerId="LiveId" clId="{041056B9-A2A5-455F-AC71-45EAFFFCAA99}" dt="2026-05-18T06:50:11.921" v="0" actId="26606"/>
          <ac:spMkLst>
            <pc:docMk/>
            <pc:sldMk cId="0" sldId="264"/>
            <ac:spMk id="2" creationId="{00000000-0000-0000-0000-000000000000}"/>
          </ac:spMkLst>
        </pc:spChg>
        <pc:graphicFrameChg chg="modGraphic">
          <ac:chgData name="Helen Wall" userId="f7beabd122808460" providerId="LiveId" clId="{041056B9-A2A5-455F-AC71-45EAFFFCAA99}" dt="2026-05-18T06:50:11.921" v="0" actId="26606"/>
          <ac:graphicFrameMkLst>
            <pc:docMk/>
            <pc:sldMk cId="0" sldId="264"/>
            <ac:graphicFrameMk id="10" creationId="{00000000-0000-0000-0000-000000000000}"/>
          </ac:graphicFrameMkLst>
        </pc:graphicFrameChg>
      </pc:sldChg>
      <pc:sldChg chg="modSp mod">
        <pc:chgData name="Helen Wall" userId="f7beabd122808460" providerId="LiveId" clId="{041056B9-A2A5-455F-AC71-45EAFFFCAA99}" dt="2026-05-18T06:50:11.921" v="0" actId="26606"/>
        <pc:sldMkLst>
          <pc:docMk/>
          <pc:sldMk cId="0" sldId="266"/>
        </pc:sldMkLst>
        <pc:graphicFrameChg chg="modGraphic">
          <ac:chgData name="Helen Wall" userId="f7beabd122808460" providerId="LiveId" clId="{041056B9-A2A5-455F-AC71-45EAFFFCAA99}" dt="2026-05-18T06:50:11.921" v="0" actId="26606"/>
          <ac:graphicFrameMkLst>
            <pc:docMk/>
            <pc:sldMk cId="0" sldId="266"/>
            <ac:graphicFrameMk id="12" creationId="{00000000-0000-0000-0000-000000000000}"/>
          </ac:graphicFrameMkLst>
        </pc:graphicFrameChg>
      </pc:sldChg>
      <pc:sldChg chg="modSp mod">
        <pc:chgData name="Helen Wall" userId="f7beabd122808460" providerId="LiveId" clId="{041056B9-A2A5-455F-AC71-45EAFFFCAA99}" dt="2026-05-18T06:50:11.921" v="0" actId="26606"/>
        <pc:sldMkLst>
          <pc:docMk/>
          <pc:sldMk cId="0" sldId="267"/>
        </pc:sldMkLst>
        <pc:graphicFrameChg chg="modGraphic">
          <ac:chgData name="Helen Wall" userId="f7beabd122808460" providerId="LiveId" clId="{041056B9-A2A5-455F-AC71-45EAFFFCAA99}" dt="2026-05-18T06:50:11.921" v="0" actId="26606"/>
          <ac:graphicFrameMkLst>
            <pc:docMk/>
            <pc:sldMk cId="0" sldId="267"/>
            <ac:graphicFrameMk id="13" creationId="{00000000-0000-0000-0000-000000000000}"/>
          </ac:graphicFrameMkLst>
        </pc:graphicFrameChg>
      </pc:sldChg>
      <pc:sldChg chg="modSp mod">
        <pc:chgData name="Helen Wall" userId="f7beabd122808460" providerId="LiveId" clId="{041056B9-A2A5-455F-AC71-45EAFFFCAA99}" dt="2026-05-18T06:50:11.921" v="0" actId="26606"/>
        <pc:sldMkLst>
          <pc:docMk/>
          <pc:sldMk cId="0" sldId="268"/>
        </pc:sldMkLst>
        <pc:graphicFrameChg chg="modGraphic">
          <ac:chgData name="Helen Wall" userId="f7beabd122808460" providerId="LiveId" clId="{041056B9-A2A5-455F-AC71-45EAFFFCAA99}" dt="2026-05-18T06:50:11.921" v="0" actId="26606"/>
          <ac:graphicFrameMkLst>
            <pc:docMk/>
            <pc:sldMk cId="0" sldId="268"/>
            <ac:graphicFrameMk id="14" creationId="{00000000-0000-0000-0000-000000000000}"/>
          </ac:graphicFrameMkLst>
        </pc:graphicFrameChg>
      </pc:sldChg>
      <pc:sldChg chg="modSp mod">
        <pc:chgData name="Helen Wall" userId="f7beabd122808460" providerId="LiveId" clId="{041056B9-A2A5-455F-AC71-45EAFFFCAA99}" dt="2026-05-18T06:50:11.921" v="0" actId="26606"/>
        <pc:sldMkLst>
          <pc:docMk/>
          <pc:sldMk cId="0" sldId="269"/>
        </pc:sldMkLst>
        <pc:graphicFrameChg chg="modGraphic">
          <ac:chgData name="Helen Wall" userId="f7beabd122808460" providerId="LiveId" clId="{041056B9-A2A5-455F-AC71-45EAFFFCAA99}" dt="2026-05-18T06:50:11.921" v="0" actId="26606"/>
          <ac:graphicFrameMkLst>
            <pc:docMk/>
            <pc:sldMk cId="0" sldId="269"/>
            <ac:graphicFrameMk id="15" creationId="{00000000-0000-0000-0000-000000000000}"/>
          </ac:graphicFrameMkLst>
        </pc:graphicFrameChg>
      </pc:sldChg>
      <pc:sldChg chg="modSp mod">
        <pc:chgData name="Helen Wall" userId="f7beabd122808460" providerId="LiveId" clId="{041056B9-A2A5-455F-AC71-45EAFFFCAA99}" dt="2026-05-18T06:50:11.921" v="0" actId="26606"/>
        <pc:sldMkLst>
          <pc:docMk/>
          <pc:sldMk cId="0" sldId="270"/>
        </pc:sldMkLst>
        <pc:spChg chg="mod">
          <ac:chgData name="Helen Wall" userId="f7beabd122808460" providerId="LiveId" clId="{041056B9-A2A5-455F-AC71-45EAFFFCAA99}" dt="2026-05-18T06:50:11.921" v="0" actId="26606"/>
          <ac:spMkLst>
            <pc:docMk/>
            <pc:sldMk cId="0" sldId="270"/>
            <ac:spMk id="2" creationId="{00000000-0000-0000-0000-000000000000}"/>
          </ac:spMkLst>
        </pc:spChg>
        <pc:spChg chg="mod">
          <ac:chgData name="Helen Wall" userId="f7beabd122808460" providerId="LiveId" clId="{041056B9-A2A5-455F-AC71-45EAFFFCAA99}" dt="2026-05-18T06:50:11.921" v="0" actId="26606"/>
          <ac:spMkLst>
            <pc:docMk/>
            <pc:sldMk cId="0" sldId="270"/>
            <ac:spMk id="5" creationId="{00000000-0000-0000-0000-000000000000}"/>
          </ac:spMkLst>
        </pc:spChg>
        <pc:graphicFrameChg chg="modGraphic">
          <ac:chgData name="Helen Wall" userId="f7beabd122808460" providerId="LiveId" clId="{041056B9-A2A5-455F-AC71-45EAFFFCAA99}" dt="2026-05-18T06:50:11.921" v="0" actId="26606"/>
          <ac:graphicFrameMkLst>
            <pc:docMk/>
            <pc:sldMk cId="0" sldId="270"/>
            <ac:graphicFrameMk id="16" creationId="{00000000-0000-0000-0000-000000000000}"/>
          </ac:graphicFrameMkLst>
        </pc:graphicFrame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Revenue Mix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3EF6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8F30-4684-8F30-2BC15D86591D}"/>
              </c:ext>
            </c:extLst>
          </c:dPt>
          <c:dPt>
            <c:idx val="1"/>
            <c:bubble3D val="0"/>
            <c:spPr>
              <a:solidFill>
                <a:srgbClr val="06BDF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8F30-4684-8F30-2BC15D86591D}"/>
              </c:ext>
            </c:extLst>
          </c:dPt>
          <c:dPt>
            <c:idx val="2"/>
            <c:bubble3D val="0"/>
            <c:spPr>
              <a:solidFill>
                <a:srgbClr val="0B254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8F30-4684-8F30-2BC15D86591D}"/>
              </c:ext>
            </c:extLst>
          </c:dPt>
          <c:dPt>
            <c:idx val="3"/>
            <c:bubble3D val="0"/>
            <c:spPr>
              <a:solidFill>
                <a:srgbClr val="8C9BA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8F30-4684-8F30-2BC15D86591D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1A2332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8F30-4684-8F30-2BC15D86591D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1A2332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8F30-4684-8F30-2BC15D86591D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1A2332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8F30-4684-8F30-2BC15D86591D}"/>
                </c:ext>
              </c:extLst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1A2332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8F30-4684-8F30-2BC15D86591D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4"/>
                <c:pt idx="0">
                  <c:v>Enterprise</c:v>
                </c:pt>
                <c:pt idx="1">
                  <c:v>Cloud</c:v>
                </c:pt>
                <c:pt idx="2">
                  <c:v>Prof. Services</c:v>
                </c:pt>
                <c:pt idx="3">
                  <c:v>Licensing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43.7</c:v>
                </c:pt>
                <c:pt idx="1">
                  <c:v>27.1</c:v>
                </c:pt>
                <c:pt idx="2">
                  <c:v>16.899999999999999</c:v>
                </c:pt>
                <c:pt idx="3">
                  <c:v>12.3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8F30-4684-8F30-2BC15D86591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000">
              <a:solidFill>
                <a:srgbClr val="1A2332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FY 2025</c:v>
                </c:pt>
              </c:strCache>
            </c:strRef>
          </c:tx>
          <c:spPr>
            <a:solidFill>
              <a:srgbClr val="03EF62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A2332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R&amp;D</c:v>
                </c:pt>
                <c:pt idx="1">
                  <c:v>Sales &amp; Mktg</c:v>
                </c:pt>
                <c:pt idx="2">
                  <c:v>G&amp;A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89.6</c:v>
                </c:pt>
                <c:pt idx="1">
                  <c:v>82.4</c:v>
                </c:pt>
                <c:pt idx="2">
                  <c:v>47.8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DF0-4F13-8FFE-6B4D9303FC7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FY 2024</c:v>
                </c:pt>
              </c:strCache>
            </c:strRef>
          </c:tx>
          <c:spPr>
            <a:solidFill>
              <a:srgbClr val="8C9BAB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A2332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R&amp;D</c:v>
                </c:pt>
                <c:pt idx="1">
                  <c:v>Sales &amp; Mktg</c:v>
                </c:pt>
                <c:pt idx="2">
                  <c:v>G&amp;A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79.2</c:v>
                </c:pt>
                <c:pt idx="1">
                  <c:v>76.8</c:v>
                </c:pt>
                <c:pt idx="2">
                  <c:v>42.2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DF0-4F13-8FFE-6B4D9303FC7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A233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C9BA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1A2332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ln w="38100" cap="flat">
              <a:solidFill>
                <a:srgbClr val="03EF62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3EF62"/>
              </a:solidFill>
              <a:ln w="9525" cap="flat">
                <a:solidFill>
                  <a:srgbClr val="03EF62"/>
                </a:solidFill>
                <a:prstDash val="solid"/>
                <a:round/>
              </a:ln>
              <a:effectLst/>
            </c:spPr>
          </c:marker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A2332"/>
                    </a:solidFill>
                    <a:latin typeface="Arial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FY 2023</c:v>
                </c:pt>
                <c:pt idx="1">
                  <c:v>FY 2024</c:v>
                </c:pt>
                <c:pt idx="2">
                  <c:v>FY 2025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411.7</c:v>
                </c:pt>
                <c:pt idx="1">
                  <c:v>462.8</c:v>
                </c:pt>
                <c:pt idx="2">
                  <c:v>521.29999999999995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3100-4758-8ED2-FA0E69D2E81D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A233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C9BA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77336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519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09728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Review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731520" y="21945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3EF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of Directors Meeting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292608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C9B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</a:t>
            </a:r>
            <a:r>
              <a:rPr lang="en-US" sz="1400">
                <a:solidFill>
                  <a:srgbClr val="8C9B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 </a:t>
            </a:r>
            <a:r>
              <a:rPr lang="en-US" sz="1400" dirty="0">
                <a:solidFill>
                  <a:srgbClr val="8C9B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 |  FY </a:t>
            </a:r>
            <a:r>
              <a:rPr lang="en-US" sz="1400">
                <a:solidFill>
                  <a:srgbClr val="8C9B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</a:t>
            </a:r>
            <a:r>
              <a:rPr lang="en-US" sz="1400" dirty="0">
                <a:solidFill>
                  <a:srgbClr val="8C9B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Review  |  Multi-Year Trends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420624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C9B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17, </a:t>
            </a:r>
            <a:r>
              <a:rPr lang="en-US" sz="1200">
                <a:solidFill>
                  <a:srgbClr val="8C9B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</a:t>
            </a:r>
            <a:r>
              <a:rPr lang="en-US" sz="1200" dirty="0">
                <a:solidFill>
                  <a:srgbClr val="8C9B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Confidential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solidFill>
            <a:srgbClr val="03EF62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519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77724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C9B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</a:t>
            </a:r>
            <a:r>
              <a:rPr lang="en-US" sz="1300">
                <a:solidFill>
                  <a:srgbClr val="8C9B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</a:t>
            </a:r>
            <a:r>
              <a:rPr lang="en-US" sz="1300" dirty="0">
                <a:solidFill>
                  <a:srgbClr val="8C9B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Key Highlights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1874520" cy="1463040"/>
          </a:xfrm>
          <a:prstGeom prst="rect">
            <a:avLst/>
          </a:prstGeom>
          <a:solidFill>
            <a:srgbClr val="05192D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14400" y="146304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C9B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914400" y="173736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</a:t>
            </a:r>
            <a:r>
              <a:rPr lang="en-US" sz="28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127.1M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233172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3EF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+12.4% YoY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788920" y="1371600"/>
            <a:ext cx="1874520" cy="1463040"/>
          </a:xfrm>
          <a:prstGeom prst="rect">
            <a:avLst/>
          </a:prstGeom>
          <a:solidFill>
            <a:srgbClr val="05192D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971800" y="146304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C9B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EBITDA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971800" y="173736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</a:t>
            </a:r>
            <a:r>
              <a:rPr lang="en-US" sz="28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33.5M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2971800" y="233172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3EF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r>
              <a:rPr lang="en-US" sz="1200">
                <a:solidFill>
                  <a:srgbClr val="03EF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14.0</a:t>
            </a:r>
            <a:r>
              <a:rPr lang="en-US" sz="1200" dirty="0">
                <a:solidFill>
                  <a:srgbClr val="03EF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YoY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846320" y="1371600"/>
            <a:ext cx="1874520" cy="1463040"/>
          </a:xfrm>
          <a:prstGeom prst="rect">
            <a:avLst/>
          </a:prstGeom>
          <a:solidFill>
            <a:srgbClr val="05192D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029200" y="146304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C9B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Income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029200" y="173736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</a:t>
            </a:r>
            <a:r>
              <a:rPr lang="en-US" sz="28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18.7M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5029200" y="233172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3EF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r>
              <a:rPr lang="en-US" sz="1200">
                <a:solidFill>
                  <a:srgbClr val="03EF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24.7</a:t>
            </a:r>
            <a:r>
              <a:rPr lang="en-US" sz="1200" dirty="0">
                <a:solidFill>
                  <a:srgbClr val="03EF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YoY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903720" y="1371600"/>
            <a:ext cx="1874520" cy="1463040"/>
          </a:xfrm>
          <a:prstGeom prst="rect">
            <a:avLst/>
          </a:prstGeom>
          <a:solidFill>
            <a:srgbClr val="05192D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086600" y="146304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C9B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Cash Flow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086600" y="173736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</a:t>
            </a:r>
            <a:r>
              <a:rPr lang="en-US" sz="28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24.7M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7086600" y="233172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3EF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r>
              <a:rPr lang="en-US" sz="1200">
                <a:solidFill>
                  <a:srgbClr val="03EF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9.8</a:t>
            </a:r>
            <a:r>
              <a:rPr lang="en-US" sz="1200" dirty="0">
                <a:solidFill>
                  <a:srgbClr val="03EF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YoY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31520" y="3108960"/>
            <a:ext cx="768096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exceeded guidance by $</a:t>
            </a:r>
            <a:r>
              <a:rPr lang="en-US" sz="120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3.8M </a:t>
            </a: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driven by strong enterprise sales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margin expanded </a:t>
            </a:r>
            <a:r>
              <a:rPr lang="en-US" sz="120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170bps </a:t>
            </a: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</a:t>
            </a:r>
            <a:r>
              <a:rPr lang="en-US" sz="120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66.7</a:t>
            </a: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through operational efficiency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expenses held flat at </a:t>
            </a:r>
            <a:r>
              <a:rPr lang="en-US" sz="120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</a:t>
            </a: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of revenue despite growth investments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position strengthened to $</a:t>
            </a:r>
            <a:r>
              <a:rPr lang="en-US" sz="120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270M </a:t>
            </a: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$</a:t>
            </a:r>
            <a:r>
              <a:rPr lang="en-US" sz="120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24.7M</a:t>
            </a: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free cash flow generation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519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</a:t>
            </a:r>
            <a:r>
              <a:rPr lang="en-US" sz="2800" b="1">
                <a:solidFill>
                  <a:srgbClr val="0519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</a:t>
            </a:r>
            <a:r>
              <a:rPr lang="en-US" sz="2800" b="1" dirty="0">
                <a:solidFill>
                  <a:srgbClr val="0519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Income Statement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77724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C9B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millions USD</a:t>
            </a:r>
            <a:endParaRPr lang="en-US" sz="11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2925235"/>
              </p:ext>
            </p:extLst>
          </p:nvPr>
        </p:nvGraphicFramePr>
        <p:xfrm>
          <a:off x="731520" y="1188720"/>
          <a:ext cx="7680960" cy="3364992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19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Q1 2025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19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Q1 2024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19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19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 Change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19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Revenue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$127.1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$113.1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$14.0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+12.4%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 of Revenue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($42.3)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($39.6)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($2.7)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+6.8%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Gross Profit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1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$84.8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1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$73.5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1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$11.3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1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+15.4%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Gross Margin 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66.7%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65.0%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+170bps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R&amp;D Expenses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($21.8)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($19.4)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($2.4)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+12.4%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Sales &amp; Marketing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($20.9)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($19.2)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($1.7)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+8.9%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G&amp;A Expenses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($12.7)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($11.4)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($1.3)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+11.4%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Operating Income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1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$29.4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1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$23.5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1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$5.9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1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+25.1%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Interest &amp; Other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($2.8)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($2.5)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($0.3)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+12.0%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Tax Provision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($7.9)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($6.0)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($1.9)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+31.7%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 Income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1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$18.7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1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$15.0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1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$3.7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1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+24.7%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519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</a:t>
            </a:r>
            <a:r>
              <a:rPr lang="en-US" sz="2800" b="1">
                <a:solidFill>
                  <a:srgbClr val="0519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</a:t>
            </a:r>
            <a:r>
              <a:rPr lang="en-US" sz="2800" b="1" dirty="0">
                <a:solidFill>
                  <a:srgbClr val="0519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Revenue by Segment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77724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C9B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millions USD</a:t>
            </a:r>
            <a:endParaRPr lang="en-US" sz="11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16492418"/>
              </p:ext>
            </p:extLst>
          </p:nvPr>
        </p:nvGraphicFramePr>
        <p:xfrm>
          <a:off x="731520" y="1188720"/>
          <a:ext cx="7680960" cy="1947672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Segment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19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Q1 2025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19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Q1 2024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19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19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 of Revenue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19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Enterprise Solutions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$52.1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$42.8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+21.7%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41.0%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Cloud Services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$33.2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$28.2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+17.7%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26.1%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Professional Services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$23.8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$23.3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+2.1%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18.7%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Licensing &amp; Support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$18.0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$18.4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-2.2%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14.2%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Revenue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1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$127.1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1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$113.1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1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+12.4%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1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4" name="Chart 0"/>
          <p:cNvGraphicFramePr/>
          <p:nvPr/>
        </p:nvGraphicFramePr>
        <p:xfrm>
          <a:off x="2286000" y="3200400"/>
          <a:ext cx="4572000" cy="1737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519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</a:t>
            </a:r>
            <a:r>
              <a:rPr lang="en-US" sz="2800" b="1">
                <a:solidFill>
                  <a:srgbClr val="0519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</a:t>
            </a:r>
            <a:r>
              <a:rPr lang="en-US" sz="2800" b="1" dirty="0">
                <a:solidFill>
                  <a:srgbClr val="0519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Balance Sheet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77724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C9B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millions USD — as of March 31, </a:t>
            </a:r>
            <a:r>
              <a:rPr lang="en-US" sz="1100">
                <a:solidFill>
                  <a:srgbClr val="8C9B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</a:t>
            </a:r>
            <a:endParaRPr lang="en-US" sz="11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18382123"/>
              </p:ext>
            </p:extLst>
          </p:nvPr>
        </p:nvGraphicFramePr>
        <p:xfrm>
          <a:off x="731520" y="1188720"/>
          <a:ext cx="7690104" cy="3831336"/>
        </p:xfrm>
        <a:graphic>
          <a:graphicData uri="http://schemas.openxmlformats.org/drawingml/2006/table">
            <a:tbl>
              <a:tblPr/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099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0992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0992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Assets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19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Q1 2025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19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FY 2024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19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19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Cash &amp; Equivalents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$269.9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$252.1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+$17.8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Accounts Receivable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$76.2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$70.4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+$5.8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Inventories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$40.4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$38.6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+$1.8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Other Current Assets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$16.8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$15.5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+$1.3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Current Assets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1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$403.3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1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$376.6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1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+$26.7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PP&amp;E (net)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$126.2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$123.7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+$2.5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Goodwill &amp; Intangibles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$215.8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$215.8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Assets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1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$745.3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1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$716.1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1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+$29.2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74320">
                <a:tc gridSpan="4"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Liabilities &amp; Equity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192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Current Liabilities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$90.2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$86.9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+$3.3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Long-Term Debt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$190.0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$190.0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Other Liabilities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$33.5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$31.8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+$1.7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Liabilities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1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$313.7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1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$308.7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1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+$5.0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Equity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1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$431.6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1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$407.4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1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+$24.2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519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</a:t>
            </a:r>
            <a:r>
              <a:rPr lang="en-US" sz="2800" b="1">
                <a:solidFill>
                  <a:srgbClr val="0519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</a:t>
            </a:r>
            <a:r>
              <a:rPr lang="en-US" sz="2800" b="1" dirty="0">
                <a:solidFill>
                  <a:srgbClr val="0519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Cash Flow Statement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77724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C9B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millions USD</a:t>
            </a:r>
            <a:endParaRPr lang="en-US" sz="11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5701993"/>
              </p:ext>
            </p:extLst>
          </p:nvPr>
        </p:nvGraphicFramePr>
        <p:xfrm>
          <a:off x="731520" y="1188720"/>
          <a:ext cx="7690104" cy="4160520"/>
        </p:xfrm>
        <a:graphic>
          <a:graphicData uri="http://schemas.openxmlformats.org/drawingml/2006/table">
            <a:tbl>
              <a:tblPr/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099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0992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0992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1945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19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Q1 2025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19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Q1 2024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19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19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9456">
                <a:tc gridSpan="4"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0519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Operating Activities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 Income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$18.7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$15.0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+$3.7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Depreciation &amp; Amortization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$7.9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$7.4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+$0.5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Changes in Working Capital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($3.2)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($2.8)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($0.4)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Stock-Based Compensation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$5.4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$4.6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+$0.8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Cash from Operations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1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$28.8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1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$24.2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1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+$4.6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9456">
                <a:tc gridSpan="4"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0519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Investing Activities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Capital Expenditures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($4.1)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($3.8)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($0.3)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Acquisitions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($12.5)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$0.0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($12.5)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Cash from Investing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1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($16.6)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1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($3.8)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1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($12.8)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19456">
                <a:tc gridSpan="4"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0519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Financing Activities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Dividends Paid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($3.8)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($3.4)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($0.4)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Share Repurchases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($2.0)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($1.8)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($0.2)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Cash from Financing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1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($5.8)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1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($5.2)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1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($0.6)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 Change in Cash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1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$6.4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1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$15.2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1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($8.8)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 Cash Flow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1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$24.7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1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$20.4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1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+$4.3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519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64592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Year </a:t>
            </a:r>
            <a:r>
              <a:rPr lang="en-US" sz="4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25603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3EF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Financial Review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solidFill>
            <a:srgbClr val="03EF62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519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 </a:t>
            </a:r>
            <a:r>
              <a:rPr lang="en-US" sz="2800" b="1">
                <a:solidFill>
                  <a:srgbClr val="0519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</a:t>
            </a:r>
            <a:r>
              <a:rPr lang="en-US" sz="2800" b="1" dirty="0">
                <a:solidFill>
                  <a:srgbClr val="0519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Profit &amp; Loss Summary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77724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C9B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millions USD</a:t>
            </a:r>
            <a:endParaRPr lang="en-US" sz="11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2635117"/>
              </p:ext>
            </p:extLst>
          </p:nvPr>
        </p:nvGraphicFramePr>
        <p:xfrm>
          <a:off x="731520" y="1188720"/>
          <a:ext cx="7680960" cy="2980944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19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FY 2024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19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FY 2023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19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19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 Change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19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Revenue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$462.8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$411.7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$51.1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+12.4%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 of Revenue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($157.4)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($148.2)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($9.2)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+6.2%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Gross Profit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1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$305.4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1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$263.5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1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$41.9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1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+15.9%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Gross Margin 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66.0%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64.0%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+200bps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OpEx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($198.2)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($177.0)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($21.2)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+12.0%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Operating Income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1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$107.2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1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$86.5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1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$20.7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1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+23.9%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Operating Margin 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23.2%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21.0%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+220bps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 Income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1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$64.2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1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$52.8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1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$11.4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1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+21.6%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EPS (Diluted)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$3.21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$2.64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$0.57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+21.6%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519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 </a:t>
            </a:r>
            <a:r>
              <a:rPr lang="en-US" sz="2800" b="1">
                <a:solidFill>
                  <a:srgbClr val="0519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</a:t>
            </a:r>
            <a:r>
              <a:rPr lang="en-US" sz="2800" b="1" dirty="0">
                <a:solidFill>
                  <a:srgbClr val="0519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Operating Expense Detail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77724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C9B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millions USD</a:t>
            </a:r>
            <a:endParaRPr lang="en-US" sz="11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08780878"/>
              </p:ext>
            </p:extLst>
          </p:nvPr>
        </p:nvGraphicFramePr>
        <p:xfrm>
          <a:off x="731520" y="1188720"/>
          <a:ext cx="7680960" cy="914400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19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FY 2024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19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FY 2023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19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19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 of Revenue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19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Research &amp; Development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$79.2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$69.4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+14.1%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17.1%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Sales &amp; Marketing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$76.8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$71.2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+7.9%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16.6%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General &amp; Administrative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$42.2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$36.4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+15.9%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9.1%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Operating Expenses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1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$198.2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1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$177.0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1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+12.0%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1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42.8%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5" name="Chart 0"/>
          <p:cNvGraphicFramePr/>
          <p:nvPr/>
        </p:nvGraphicFramePr>
        <p:xfrm>
          <a:off x="1371600" y="3200400"/>
          <a:ext cx="6400800" cy="1737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519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64592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Multi-Year Trends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25603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3EF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3-Year Financial Performance Overview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solidFill>
            <a:srgbClr val="03EF62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519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3-Year Revenue Trend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77724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C9B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millions USD</a:t>
            </a:r>
            <a:endParaRPr lang="en-US" sz="11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0225267"/>
              </p:ext>
            </p:extLst>
          </p:nvPr>
        </p:nvGraphicFramePr>
        <p:xfrm>
          <a:off x="731520" y="1188720"/>
          <a:ext cx="7680960" cy="914400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19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FY 2022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19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FY 2023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19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FY 2024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19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3Y CAGR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19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Enterprise Solutions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$141.2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$165.2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$194.8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+17.5%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Cloud Services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$82.4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$98.4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$118.6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+20.0%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Professional Services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$84.0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$86.3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$91.2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+4.2%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Licensing &amp; Support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$65.0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$61.8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$58.2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-5.4%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Revenue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1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$372.6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1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$411.7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1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$462.8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1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+11.5%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5" name="Chart 0"/>
          <p:cNvGraphicFramePr/>
          <p:nvPr/>
        </p:nvGraphicFramePr>
        <p:xfrm>
          <a:off x="1371600" y="3383280"/>
          <a:ext cx="6400800" cy="1554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519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3-Year Profitability Trend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77724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C9B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millions USD</a:t>
            </a:r>
            <a:endParaRPr lang="en-US" sz="11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11845070"/>
              </p:ext>
            </p:extLst>
          </p:nvPr>
        </p:nvGraphicFramePr>
        <p:xfrm>
          <a:off x="731520" y="1188720"/>
          <a:ext cx="7680960" cy="914400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19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FY 2022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19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FY 2023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19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FY 2024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19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Trend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19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Revenue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$372.6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$411.7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$462.8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▲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Gross Profit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$232.9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$263.5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$305.4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▲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Gross Margin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62.5%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64.0%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66.0%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▲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Operating Income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$70.8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$86.5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$107.2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▲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Operating Margin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19.0%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21.0%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23.2%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▲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EBITDA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$95.0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$112.8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$136.4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▲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EBITDA Margin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25.5%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27.4%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29.5%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▲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 Income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1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$42.8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1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$52.8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1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$64.2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1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▲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 Margin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1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11.5%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1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12.8%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1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13.9%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1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▲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519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3-Year Balance Sheet Overview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77724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C9B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millions USD — as of fiscal year end</a:t>
            </a:r>
            <a:endParaRPr lang="en-US" sz="11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63785979"/>
              </p:ext>
            </p:extLst>
          </p:nvPr>
        </p:nvGraphicFramePr>
        <p:xfrm>
          <a:off x="731520" y="1188720"/>
          <a:ext cx="7680960" cy="914400"/>
        </p:xfrm>
        <a:graphic>
          <a:graphicData uri="http://schemas.openxmlformats.org/drawingml/2006/table">
            <a:tbl>
              <a:tblPr/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099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0992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0992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19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FY 2022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19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FY 2023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19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FY 2024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19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Cash &amp; Equivalents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$190.4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$218.6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$252.1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Current Assets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$306.2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$342.8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$384.6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Assets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1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$624.8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1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$672.4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1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$724.1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Current Liabilities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$71.6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$78.4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$86.9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Long-Term Debt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$200.0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$195.0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$190.0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Liabilities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1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$293.6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1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$298.2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1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$308.7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Equity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1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$331.2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1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$374.2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1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$415.4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Debt-to-Equity Ratio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0.60x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0.52x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0.46x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519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Financial Ratios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77724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C9B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Trailing twelve months unless noted</a:t>
            </a:r>
            <a:endParaRPr lang="en-US" sz="11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47168998"/>
              </p:ext>
            </p:extLst>
          </p:nvPr>
        </p:nvGraphicFramePr>
        <p:xfrm>
          <a:off x="731520" y="1188720"/>
          <a:ext cx="7680960" cy="914400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19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Q1 2025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19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FY 2024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19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FY 2023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19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19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Current Ratio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4.50x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4.43x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4.37x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Strong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Quick Ratio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3.90x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3.81x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3.74x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Strong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Debt/Equity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0.43x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0.46x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0.52x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Improving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Interest Coverage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10.8x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8.9x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7.6x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Strong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Return on Equity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17.9%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15.5%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14.1%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Improving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Return on Assets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10.5%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8.9%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7.8%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Improving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Revenue per Employee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$272K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$257K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$242K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Improving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Days Sales Outstanding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56 days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57 days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59 days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Stable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Inventory Turnover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4.2x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4.0x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3.7x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Stable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519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 </a:t>
            </a:r>
            <a:r>
              <a:rPr lang="en-US" sz="2800" b="1">
                <a:solidFill>
                  <a:srgbClr val="0519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</a:t>
            </a:r>
            <a:r>
              <a:rPr lang="en-US" sz="2800" b="1" dirty="0">
                <a:solidFill>
                  <a:srgbClr val="0519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Outlook &amp; Guidance</a:t>
            </a:r>
            <a:endParaRPr lang="en-US" sz="28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23113850"/>
              </p:ext>
            </p:extLst>
          </p:nvPr>
        </p:nvGraphicFramePr>
        <p:xfrm>
          <a:off x="731520" y="1005840"/>
          <a:ext cx="7680960" cy="91440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02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202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19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FY 2025 Guidance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19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FY 2024 Actual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19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Implied Growth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19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Revenue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$510–$530M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$462.8M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+10–15%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Gross Margin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66–68%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66.0%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Flat to +200bps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Operating Margin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24–26%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23.2%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+80bps to +280bps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EPS (Diluted)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$3.70–$4.00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$3.21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+15–25%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CapEx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$14–$16M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$16.4M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Flat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 Cash Flow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$90–$100M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$85.6M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+5–17%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731520" y="342900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519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Assumptions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731520" y="3749040"/>
            <a:ext cx="76809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segment growth of 15–20% driven by new product launches and geographic expansion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services acceleration with migration of </a:t>
            </a:r>
            <a:r>
              <a:rPr lang="en-US" sz="110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of on-premise customers by year-end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Headcount increase of 8–10% focused on engineering and go-to-market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material M&amp;A activity assumed in base guidance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519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46304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731520" y="237744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3EF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371600" y="365760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presentation contains confidential financial information intended solely for the Board of Directors.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solidFill>
            <a:srgbClr val="03EF62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382</TotalTime>
  <Words>1316</Words>
  <Application>Microsoft Office PowerPoint</Application>
  <PresentationFormat>On-screen Show (16:9)</PresentationFormat>
  <Paragraphs>541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Helen Wall</dc:creator>
  <cp:lastModifiedBy>Helen Wall</cp:lastModifiedBy>
  <cp:revision>1</cp:revision>
  <dcterms:created xsi:type="dcterms:W3CDTF">2026-05-17T20:41:37Z</dcterms:created>
  <dcterms:modified xsi:type="dcterms:W3CDTF">2026-05-18T06:50:23Z</dcterms:modified>
</cp:coreProperties>
</file>